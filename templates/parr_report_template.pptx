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7"/>
  </p:notesMasterIdLst>
  <p:sldIdLst>
    <p:sldId id="2147483518" r:id="rId5"/>
    <p:sldId id="2147483523" r:id="rId6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BF0F9"/>
    <a:srgbClr val="FFFFCC"/>
    <a:srgbClr val="FAD8F6"/>
    <a:srgbClr val="245F94"/>
    <a:srgbClr val="BDD7EE"/>
    <a:srgbClr val="E1E1E1"/>
    <a:srgbClr val="F0F0F0"/>
    <a:srgbClr val="FF9933"/>
    <a:srgbClr val="F46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4715C6-2005-41F5-8C1F-EB905AC546B7}" v="2" dt="2026-09-10T08:29:52.4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淡色スタイル 3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40" autoAdjust="0"/>
    <p:restoredTop sz="96150" autoAdjust="0"/>
  </p:normalViewPr>
  <p:slideViewPr>
    <p:cSldViewPr snapToGrid="0">
      <p:cViewPr varScale="1">
        <p:scale>
          <a:sx n="82" d="100"/>
          <a:sy n="82" d="100"/>
        </p:scale>
        <p:origin x="10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KANAE Yuki/蒔苗幸(SAF事業 SAFプロジェクト2)" userId="174e2688-ec60-4193-ade0-f39569b7151e" providerId="ADAL" clId="{B448FFF6-F616-42CD-BE9F-53FA2FF3B297}"/>
    <pc:docChg chg="undo custSel addSld delSld modSld sldOrd delMainMaster">
      <pc:chgData name="MAKANAE Yuki/蒔苗幸(SAF事業 SAFプロジェクト2)" userId="174e2688-ec60-4193-ade0-f39569b7151e" providerId="ADAL" clId="{B448FFF6-F616-42CD-BE9F-53FA2FF3B297}" dt="2026-09-10T08:33:46.843" v="5079" actId="47"/>
      <pc:docMkLst>
        <pc:docMk/>
      </pc:docMkLst>
      <pc:sldChg chg="modSp del mod">
        <pc:chgData name="MAKANAE Yuki/蒔苗幸(SAF事業 SAFプロジェクト2)" userId="174e2688-ec60-4193-ade0-f39569b7151e" providerId="ADAL" clId="{B448FFF6-F616-42CD-BE9F-53FA2FF3B297}" dt="2026-09-10T08:33:46.843" v="5079" actId="47"/>
        <pc:sldMkLst>
          <pc:docMk/>
          <pc:sldMk cId="1906196370" sldId="2147483517"/>
        </pc:sldMkLst>
        <pc:spChg chg="mod">
          <ac:chgData name="MAKANAE Yuki/蒔苗幸(SAF事業 SAFプロジェクト2)" userId="174e2688-ec60-4193-ade0-f39569b7151e" providerId="ADAL" clId="{B448FFF6-F616-42CD-BE9F-53FA2FF3B297}" dt="2026-09-10T08:19:14.736" v="4442" actId="20577"/>
          <ac:spMkLst>
            <pc:docMk/>
            <pc:sldMk cId="1906196370" sldId="2147483517"/>
            <ac:spMk id="5" creationId="{309B7966-D208-BF2E-7AA8-EA02EBFA628C}"/>
          </ac:spMkLst>
        </pc:spChg>
        <pc:spChg chg="mod">
          <ac:chgData name="MAKANAE Yuki/蒔苗幸(SAF事業 SAFプロジェクト2)" userId="174e2688-ec60-4193-ade0-f39569b7151e" providerId="ADAL" clId="{B448FFF6-F616-42CD-BE9F-53FA2FF3B297}" dt="2026-09-10T08:27:54.784" v="5003" actId="20577"/>
          <ac:spMkLst>
            <pc:docMk/>
            <pc:sldMk cId="1906196370" sldId="2147483517"/>
            <ac:spMk id="15" creationId="{75C01593-48E1-F00B-2B0C-13A99884EC25}"/>
          </ac:spMkLst>
        </pc:spChg>
      </pc:sldChg>
      <pc:sldChg chg="addSp delSp modSp mod">
        <pc:chgData name="MAKANAE Yuki/蒔苗幸(SAF事業 SAFプロジェクト2)" userId="174e2688-ec60-4193-ade0-f39569b7151e" providerId="ADAL" clId="{B448FFF6-F616-42CD-BE9F-53FA2FF3B297}" dt="2026-09-10T08:29:52.498" v="5060"/>
        <pc:sldMkLst>
          <pc:docMk/>
          <pc:sldMk cId="1037385494" sldId="2147483518"/>
        </pc:sldMkLst>
        <pc:spChg chg="mod">
          <ac:chgData name="MAKANAE Yuki/蒔苗幸(SAF事業 SAFプロジェクト2)" userId="174e2688-ec60-4193-ade0-f39569b7151e" providerId="ADAL" clId="{B448FFF6-F616-42CD-BE9F-53FA2FF3B297}" dt="2026-09-10T08:27:59.918" v="5006" actId="20577"/>
          <ac:spMkLst>
            <pc:docMk/>
            <pc:sldMk cId="1037385494" sldId="2147483518"/>
            <ac:spMk id="2" creationId="{ECAAA3FB-84C5-1883-6475-21AD97F870D3}"/>
          </ac:spMkLst>
        </pc:spChg>
        <pc:spChg chg="add">
          <ac:chgData name="MAKANAE Yuki/蒔苗幸(SAF事業 SAFプロジェクト2)" userId="174e2688-ec60-4193-ade0-f39569b7151e" providerId="ADAL" clId="{B448FFF6-F616-42CD-BE9F-53FA2FF3B297}" dt="2026-09-10T08:20:34.163" v="4504" actId="11529"/>
          <ac:spMkLst>
            <pc:docMk/>
            <pc:sldMk cId="1037385494" sldId="2147483518"/>
            <ac:spMk id="3" creationId="{42D85A2D-1ECB-9BDB-FFBD-9B3D494D7F4C}"/>
          </ac:spMkLst>
        </pc:spChg>
        <pc:spChg chg="add mod">
          <ac:chgData name="MAKANAE Yuki/蒔苗幸(SAF事業 SAFプロジェクト2)" userId="174e2688-ec60-4193-ade0-f39569b7151e" providerId="ADAL" clId="{B448FFF6-F616-42CD-BE9F-53FA2FF3B297}" dt="2026-09-10T08:20:39.808" v="4506" actId="1076"/>
          <ac:spMkLst>
            <pc:docMk/>
            <pc:sldMk cId="1037385494" sldId="2147483518"/>
            <ac:spMk id="6" creationId="{45F7455F-6481-78E8-0F30-E2B05EE94FB3}"/>
          </ac:spMkLst>
        </pc:spChg>
        <pc:spChg chg="mod">
          <ac:chgData name="MAKANAE Yuki/蒔苗幸(SAF事業 SAFプロジェクト2)" userId="174e2688-ec60-4193-ade0-f39569b7151e" providerId="ADAL" clId="{B448FFF6-F616-42CD-BE9F-53FA2FF3B297}" dt="2026-09-10T08:20:15.149" v="4503" actId="1038"/>
          <ac:spMkLst>
            <pc:docMk/>
            <pc:sldMk cId="1037385494" sldId="2147483518"/>
            <ac:spMk id="25" creationId="{B43A5BFE-519E-92EF-7803-30BE6B325C76}"/>
          </ac:spMkLst>
        </pc:spChg>
        <pc:spChg chg="add del mod">
          <ac:chgData name="MAKANAE Yuki/蒔苗幸(SAF事業 SAFプロジェクト2)" userId="174e2688-ec60-4193-ade0-f39569b7151e" providerId="ADAL" clId="{B448FFF6-F616-42CD-BE9F-53FA2FF3B297}" dt="2026-09-10T08:20:07.067" v="4492" actId="20577"/>
          <ac:spMkLst>
            <pc:docMk/>
            <pc:sldMk cId="1037385494" sldId="2147483518"/>
            <ac:spMk id="26" creationId="{5825C8FD-F3D8-0838-4703-14A14970AEA7}"/>
          </ac:spMkLst>
        </pc:spChg>
        <pc:spChg chg="mod">
          <ac:chgData name="MAKANAE Yuki/蒔苗幸(SAF事業 SAFプロジェクト2)" userId="174e2688-ec60-4193-ade0-f39569b7151e" providerId="ADAL" clId="{B448FFF6-F616-42CD-BE9F-53FA2FF3B297}" dt="2026-09-10T08:28:30.643" v="5026" actId="20577"/>
          <ac:spMkLst>
            <pc:docMk/>
            <pc:sldMk cId="1037385494" sldId="2147483518"/>
            <ac:spMk id="29" creationId="{09F4FF82-6393-76BE-2525-2EB2E3B83BAF}"/>
          </ac:spMkLst>
        </pc:spChg>
        <pc:spChg chg="del mod">
          <ac:chgData name="MAKANAE Yuki/蒔苗幸(SAF事業 SAFプロジェクト2)" userId="174e2688-ec60-4193-ade0-f39569b7151e" providerId="ADAL" clId="{B448FFF6-F616-42CD-BE9F-53FA2FF3B297}" dt="2026-09-10T08:20:09.588" v="4495"/>
          <ac:spMkLst>
            <pc:docMk/>
            <pc:sldMk cId="1037385494" sldId="2147483518"/>
            <ac:spMk id="34" creationId="{5B124589-C048-0120-0008-159277E206CF}"/>
          </ac:spMkLst>
        </pc:spChg>
        <pc:graphicFrameChg chg="mod modGraphic">
          <ac:chgData name="MAKANAE Yuki/蒔苗幸(SAF事業 SAFプロジェクト2)" userId="174e2688-ec60-4193-ade0-f39569b7151e" providerId="ADAL" clId="{B448FFF6-F616-42CD-BE9F-53FA2FF3B297}" dt="2026-09-10T08:29:52.498" v="5060"/>
          <ac:graphicFrameMkLst>
            <pc:docMk/>
            <pc:sldMk cId="1037385494" sldId="2147483518"/>
            <ac:graphicFrameMk id="27" creationId="{6C9C9EFF-2567-C8C6-79BC-EBDDBFF91811}"/>
          </ac:graphicFrameMkLst>
        </pc:graphicFrameChg>
        <pc:picChg chg="add del mod">
          <ac:chgData name="MAKANAE Yuki/蒔苗幸(SAF事業 SAFプロジェクト2)" userId="174e2688-ec60-4193-ade0-f39569b7151e" providerId="ADAL" clId="{B448FFF6-F616-42CD-BE9F-53FA2FF3B297}" dt="2026-09-10T08:20:11.187" v="4496" actId="478"/>
          <ac:picMkLst>
            <pc:docMk/>
            <pc:sldMk cId="1037385494" sldId="2147483518"/>
            <ac:picMk id="10" creationId="{8B2204F5-B7E6-35B6-5A84-FF3304FFA40E}"/>
          </ac:picMkLst>
        </pc:picChg>
        <pc:picChg chg="add del mod">
          <ac:chgData name="MAKANAE Yuki/蒔苗幸(SAF事業 SAFプロジェクト2)" userId="174e2688-ec60-4193-ade0-f39569b7151e" providerId="ADAL" clId="{B448FFF6-F616-42CD-BE9F-53FA2FF3B297}" dt="2026-09-10T08:20:09.582" v="4493" actId="478"/>
          <ac:picMkLst>
            <pc:docMk/>
            <pc:sldMk cId="1037385494" sldId="2147483518"/>
            <ac:picMk id="12" creationId="{619988B5-F918-6835-7E6D-C56AD463FF6D}"/>
          </ac:picMkLst>
        </pc:picChg>
      </pc:sldChg>
      <pc:sldChg chg="addSp delSp modSp mod">
        <pc:chgData name="MAKANAE Yuki/蒔苗幸(SAF事業 SAFプロジェクト2)" userId="174e2688-ec60-4193-ade0-f39569b7151e" providerId="ADAL" clId="{B448FFF6-F616-42CD-BE9F-53FA2FF3B297}" dt="2026-09-10T08:30:22.522" v="5078" actId="20577"/>
        <pc:sldMkLst>
          <pc:docMk/>
          <pc:sldMk cId="3129593616" sldId="2147483523"/>
        </pc:sldMkLst>
        <pc:spChg chg="mod">
          <ac:chgData name="MAKANAE Yuki/蒔苗幸(SAF事業 SAFプロジェクト2)" userId="174e2688-ec60-4193-ade0-f39569b7151e" providerId="ADAL" clId="{B448FFF6-F616-42CD-BE9F-53FA2FF3B297}" dt="2026-09-10T08:28:06.533" v="5009" actId="20577"/>
          <ac:spMkLst>
            <pc:docMk/>
            <pc:sldMk cId="3129593616" sldId="2147483523"/>
            <ac:spMk id="2" creationId="{32AF049E-8CE1-A163-9198-C5E6C3CCC31F}"/>
          </ac:spMkLst>
        </pc:spChg>
        <pc:spChg chg="del mod">
          <ac:chgData name="MAKANAE Yuki/蒔苗幸(SAF事業 SAFプロジェクト2)" userId="174e2688-ec60-4193-ade0-f39569b7151e" providerId="ADAL" clId="{B448FFF6-F616-42CD-BE9F-53FA2FF3B297}" dt="2026-09-10T08:27:12.301" v="4913" actId="478"/>
          <ac:spMkLst>
            <pc:docMk/>
            <pc:sldMk cId="3129593616" sldId="2147483523"/>
            <ac:spMk id="3" creationId="{78F18DB5-A1CA-2A20-558E-B140AAA880E7}"/>
          </ac:spMkLst>
        </pc:spChg>
        <pc:spChg chg="mod">
          <ac:chgData name="MAKANAE Yuki/蒔苗幸(SAF事業 SAFプロジェクト2)" userId="174e2688-ec60-4193-ade0-f39569b7151e" providerId="ADAL" clId="{B448FFF6-F616-42CD-BE9F-53FA2FF3B297}" dt="2026-09-08T08:10:15.400" v="4253" actId="1036"/>
          <ac:spMkLst>
            <pc:docMk/>
            <pc:sldMk cId="3129593616" sldId="2147483523"/>
            <ac:spMk id="5" creationId="{596E8862-5075-D565-DD39-ED5223A77C61}"/>
          </ac:spMkLst>
        </pc:spChg>
        <pc:spChg chg="del mod">
          <ac:chgData name="MAKANAE Yuki/蒔苗幸(SAF事業 SAFプロジェクト2)" userId="174e2688-ec60-4193-ade0-f39569b7151e" providerId="ADAL" clId="{B448FFF6-F616-42CD-BE9F-53FA2FF3B297}" dt="2026-09-10T08:23:09.986" v="4687"/>
          <ac:spMkLst>
            <pc:docMk/>
            <pc:sldMk cId="3129593616" sldId="2147483523"/>
            <ac:spMk id="6" creationId="{5F4A1F84-87F3-8881-849A-2C2399881789}"/>
          </ac:spMkLst>
        </pc:spChg>
        <pc:spChg chg="add del mod">
          <ac:chgData name="MAKANAE Yuki/蒔苗幸(SAF事業 SAFプロジェクト2)" userId="174e2688-ec60-4193-ade0-f39569b7151e" providerId="ADAL" clId="{B448FFF6-F616-42CD-BE9F-53FA2FF3B297}" dt="2026-09-10T08:26:55.384" v="4911" actId="478"/>
          <ac:spMkLst>
            <pc:docMk/>
            <pc:sldMk cId="3129593616" sldId="2147483523"/>
            <ac:spMk id="8" creationId="{5E10CC97-7968-EFED-55E0-747967374A7E}"/>
          </ac:spMkLst>
        </pc:spChg>
        <pc:spChg chg="del mod">
          <ac:chgData name="MAKANAE Yuki/蒔苗幸(SAF事業 SAFプロジェクト2)" userId="174e2688-ec60-4193-ade0-f39569b7151e" providerId="ADAL" clId="{B448FFF6-F616-42CD-BE9F-53FA2FF3B297}" dt="2026-09-10T08:26:14.349" v="4905"/>
          <ac:spMkLst>
            <pc:docMk/>
            <pc:sldMk cId="3129593616" sldId="2147483523"/>
            <ac:spMk id="13" creationId="{6EC86F65-9A90-F276-C312-4DAF3D78A90F}"/>
          </ac:spMkLst>
        </pc:spChg>
        <pc:spChg chg="mod">
          <ac:chgData name="MAKANAE Yuki/蒔苗幸(SAF事業 SAFプロジェクト2)" userId="174e2688-ec60-4193-ade0-f39569b7151e" providerId="ADAL" clId="{B448FFF6-F616-42CD-BE9F-53FA2FF3B297}" dt="2026-09-10T08:27:24.239" v="4931" actId="20577"/>
          <ac:spMkLst>
            <pc:docMk/>
            <pc:sldMk cId="3129593616" sldId="2147483523"/>
            <ac:spMk id="16" creationId="{A6DDD5BA-1024-EEA9-5D67-9A3DE24D0834}"/>
          </ac:spMkLst>
        </pc:spChg>
        <pc:spChg chg="mod">
          <ac:chgData name="MAKANAE Yuki/蒔苗幸(SAF事業 SAFプロジェクト2)" userId="174e2688-ec60-4193-ade0-f39569b7151e" providerId="ADAL" clId="{B448FFF6-F616-42CD-BE9F-53FA2FF3B297}" dt="2026-09-08T08:02:51.378" v="4084" actId="1036"/>
          <ac:spMkLst>
            <pc:docMk/>
            <pc:sldMk cId="3129593616" sldId="2147483523"/>
            <ac:spMk id="25" creationId="{E7A28858-6039-C42A-3E70-A2EDEB51216D}"/>
          </ac:spMkLst>
        </pc:spChg>
        <pc:spChg chg="mod">
          <ac:chgData name="MAKANAE Yuki/蒔苗幸(SAF事業 SAFプロジェクト2)" userId="174e2688-ec60-4193-ade0-f39569b7151e" providerId="ADAL" clId="{B448FFF6-F616-42CD-BE9F-53FA2FF3B297}" dt="2026-09-08T08:10:15.400" v="4253" actId="1036"/>
          <ac:spMkLst>
            <pc:docMk/>
            <pc:sldMk cId="3129593616" sldId="2147483523"/>
            <ac:spMk id="37" creationId="{BF472A19-73AF-E2B3-2B8B-BCDB6477F8D1}"/>
          </ac:spMkLst>
        </pc:spChg>
        <pc:spChg chg="mod">
          <ac:chgData name="MAKANAE Yuki/蒔苗幸(SAF事業 SAFプロジェクト2)" userId="174e2688-ec60-4193-ade0-f39569b7151e" providerId="ADAL" clId="{B448FFF6-F616-42CD-BE9F-53FA2FF3B297}" dt="2026-09-08T07:00:45.498" v="3142" actId="1036"/>
          <ac:spMkLst>
            <pc:docMk/>
            <pc:sldMk cId="3129593616" sldId="2147483523"/>
            <ac:spMk id="40" creationId="{55C9FBA7-8DB7-2965-A664-891BD47C87F5}"/>
          </ac:spMkLst>
        </pc:spChg>
        <pc:graphicFrameChg chg="add del mod modGraphic">
          <ac:chgData name="MAKANAE Yuki/蒔苗幸(SAF事業 SAFプロジェクト2)" userId="174e2688-ec60-4193-ade0-f39569b7151e" providerId="ADAL" clId="{B448FFF6-F616-42CD-BE9F-53FA2FF3B297}" dt="2026-09-10T08:26:55.384" v="4911" actId="478"/>
          <ac:graphicFrameMkLst>
            <pc:docMk/>
            <pc:sldMk cId="3129593616" sldId="2147483523"/>
            <ac:graphicFrameMk id="14" creationId="{6D219BA9-240A-A0AC-F4F5-D33182A08151}"/>
          </ac:graphicFrameMkLst>
        </pc:graphicFrameChg>
        <pc:graphicFrameChg chg="del mod modGraphic">
          <ac:chgData name="MAKANAE Yuki/蒔苗幸(SAF事業 SAFプロジェクト2)" userId="174e2688-ec60-4193-ade0-f39569b7151e" providerId="ADAL" clId="{B448FFF6-F616-42CD-BE9F-53FA2FF3B297}" dt="2026-09-10T08:26:55.384" v="4911" actId="478"/>
          <ac:graphicFrameMkLst>
            <pc:docMk/>
            <pc:sldMk cId="3129593616" sldId="2147483523"/>
            <ac:graphicFrameMk id="15" creationId="{DEF53646-A5E0-56A9-22CD-22ACF9CC4DE2}"/>
          </ac:graphicFrameMkLst>
        </pc:graphicFrameChg>
        <pc:graphicFrameChg chg="modGraphic">
          <ac:chgData name="MAKANAE Yuki/蒔苗幸(SAF事業 SAFプロジェクト2)" userId="174e2688-ec60-4193-ade0-f39569b7151e" providerId="ADAL" clId="{B448FFF6-F616-42CD-BE9F-53FA2FF3B297}" dt="2026-09-10T08:30:22.522" v="5078" actId="20577"/>
          <ac:graphicFrameMkLst>
            <pc:docMk/>
            <pc:sldMk cId="3129593616" sldId="2147483523"/>
            <ac:graphicFrameMk id="17" creationId="{0C2089FE-A3B3-4D3B-74B7-010229509D53}"/>
          </ac:graphicFrameMkLst>
        </pc:graphicFrameChg>
        <pc:graphicFrameChg chg="mod modGraphic">
          <ac:chgData name="MAKANAE Yuki/蒔苗幸(SAF事業 SAFプロジェクト2)" userId="174e2688-ec60-4193-ade0-f39569b7151e" providerId="ADAL" clId="{B448FFF6-F616-42CD-BE9F-53FA2FF3B297}" dt="2026-09-10T08:27:44.142" v="4988" actId="20577"/>
          <ac:graphicFrameMkLst>
            <pc:docMk/>
            <pc:sldMk cId="3129593616" sldId="2147483523"/>
            <ac:graphicFrameMk id="18" creationId="{84081B6C-F78C-8804-91BD-FBB887372773}"/>
          </ac:graphicFrameMkLst>
        </pc:graphicFrameChg>
      </pc:sldChg>
      <pc:sldMasterChg chg="del delSldLayout">
        <pc:chgData name="MAKANAE Yuki/蒔苗幸(SAF事業 SAFプロジェクト2)" userId="174e2688-ec60-4193-ade0-f39569b7151e" providerId="ADAL" clId="{B448FFF6-F616-42CD-BE9F-53FA2FF3B297}" dt="2026-09-10T08:33:46.843" v="5079" actId="47"/>
        <pc:sldMasterMkLst>
          <pc:docMk/>
          <pc:sldMasterMk cId="759634223" sldId="2147483648"/>
        </pc:sldMasterMkLst>
        <pc:sldLayoutChg chg="del">
          <pc:chgData name="MAKANAE Yuki/蒔苗幸(SAF事業 SAFプロジェクト2)" userId="174e2688-ec60-4193-ade0-f39569b7151e" providerId="ADAL" clId="{B448FFF6-F616-42CD-BE9F-53FA2FF3B297}" dt="2026-09-10T08:33:46.843" v="5079" actId="47"/>
          <pc:sldLayoutMkLst>
            <pc:docMk/>
            <pc:sldMasterMk cId="759634223" sldId="2147483648"/>
            <pc:sldLayoutMk cId="3337989416" sldId="2147483649"/>
          </pc:sldLayoutMkLst>
        </pc:sldLayoutChg>
        <pc:sldLayoutChg chg="del">
          <pc:chgData name="MAKANAE Yuki/蒔苗幸(SAF事業 SAFプロジェクト2)" userId="174e2688-ec60-4193-ade0-f39569b7151e" providerId="ADAL" clId="{B448FFF6-F616-42CD-BE9F-53FA2FF3B297}" dt="2026-09-10T08:33:46.843" v="5079" actId="47"/>
          <pc:sldLayoutMkLst>
            <pc:docMk/>
            <pc:sldMasterMk cId="759634223" sldId="2147483648"/>
            <pc:sldLayoutMk cId="3939527058" sldId="2147483650"/>
          </pc:sldLayoutMkLst>
        </pc:sldLayoutChg>
        <pc:sldLayoutChg chg="del">
          <pc:chgData name="MAKANAE Yuki/蒔苗幸(SAF事業 SAFプロジェクト2)" userId="174e2688-ec60-4193-ade0-f39569b7151e" providerId="ADAL" clId="{B448FFF6-F616-42CD-BE9F-53FA2FF3B297}" dt="2026-09-10T08:33:46.843" v="5079" actId="47"/>
          <pc:sldLayoutMkLst>
            <pc:docMk/>
            <pc:sldMasterMk cId="759634223" sldId="2147483648"/>
            <pc:sldLayoutMk cId="2810021754" sldId="2147483651"/>
          </pc:sldLayoutMkLst>
        </pc:sldLayoutChg>
        <pc:sldLayoutChg chg="del">
          <pc:chgData name="MAKANAE Yuki/蒔苗幸(SAF事業 SAFプロジェクト2)" userId="174e2688-ec60-4193-ade0-f39569b7151e" providerId="ADAL" clId="{B448FFF6-F616-42CD-BE9F-53FA2FF3B297}" dt="2026-09-10T08:33:46.843" v="5079" actId="47"/>
          <pc:sldLayoutMkLst>
            <pc:docMk/>
            <pc:sldMasterMk cId="759634223" sldId="2147483648"/>
            <pc:sldLayoutMk cId="1011399940" sldId="2147483652"/>
          </pc:sldLayoutMkLst>
        </pc:sldLayoutChg>
        <pc:sldLayoutChg chg="del">
          <pc:chgData name="MAKANAE Yuki/蒔苗幸(SAF事業 SAFプロジェクト2)" userId="174e2688-ec60-4193-ade0-f39569b7151e" providerId="ADAL" clId="{B448FFF6-F616-42CD-BE9F-53FA2FF3B297}" dt="2026-09-10T08:33:46.843" v="5079" actId="47"/>
          <pc:sldLayoutMkLst>
            <pc:docMk/>
            <pc:sldMasterMk cId="759634223" sldId="2147483648"/>
            <pc:sldLayoutMk cId="1219761649" sldId="2147483653"/>
          </pc:sldLayoutMkLst>
        </pc:sldLayoutChg>
        <pc:sldLayoutChg chg="del">
          <pc:chgData name="MAKANAE Yuki/蒔苗幸(SAF事業 SAFプロジェクト2)" userId="174e2688-ec60-4193-ade0-f39569b7151e" providerId="ADAL" clId="{B448FFF6-F616-42CD-BE9F-53FA2FF3B297}" dt="2026-09-10T08:33:46.843" v="5079" actId="47"/>
          <pc:sldLayoutMkLst>
            <pc:docMk/>
            <pc:sldMasterMk cId="759634223" sldId="2147483648"/>
            <pc:sldLayoutMk cId="3403564385" sldId="2147483654"/>
          </pc:sldLayoutMkLst>
        </pc:sldLayoutChg>
        <pc:sldLayoutChg chg="del">
          <pc:chgData name="MAKANAE Yuki/蒔苗幸(SAF事業 SAFプロジェクト2)" userId="174e2688-ec60-4193-ade0-f39569b7151e" providerId="ADAL" clId="{B448FFF6-F616-42CD-BE9F-53FA2FF3B297}" dt="2026-09-10T08:33:46.843" v="5079" actId="47"/>
          <pc:sldLayoutMkLst>
            <pc:docMk/>
            <pc:sldMasterMk cId="759634223" sldId="2147483648"/>
            <pc:sldLayoutMk cId="1032682285" sldId="2147483655"/>
          </pc:sldLayoutMkLst>
        </pc:sldLayoutChg>
        <pc:sldLayoutChg chg="del">
          <pc:chgData name="MAKANAE Yuki/蒔苗幸(SAF事業 SAFプロジェクト2)" userId="174e2688-ec60-4193-ade0-f39569b7151e" providerId="ADAL" clId="{B448FFF6-F616-42CD-BE9F-53FA2FF3B297}" dt="2026-09-10T08:33:46.843" v="5079" actId="47"/>
          <pc:sldLayoutMkLst>
            <pc:docMk/>
            <pc:sldMasterMk cId="759634223" sldId="2147483648"/>
            <pc:sldLayoutMk cId="2425065774" sldId="2147483656"/>
          </pc:sldLayoutMkLst>
        </pc:sldLayoutChg>
        <pc:sldLayoutChg chg="del">
          <pc:chgData name="MAKANAE Yuki/蒔苗幸(SAF事業 SAFプロジェクト2)" userId="174e2688-ec60-4193-ade0-f39569b7151e" providerId="ADAL" clId="{B448FFF6-F616-42CD-BE9F-53FA2FF3B297}" dt="2026-09-10T08:33:46.843" v="5079" actId="47"/>
          <pc:sldLayoutMkLst>
            <pc:docMk/>
            <pc:sldMasterMk cId="759634223" sldId="2147483648"/>
            <pc:sldLayoutMk cId="2280634" sldId="2147483657"/>
          </pc:sldLayoutMkLst>
        </pc:sldLayoutChg>
        <pc:sldLayoutChg chg="del">
          <pc:chgData name="MAKANAE Yuki/蒔苗幸(SAF事業 SAFプロジェクト2)" userId="174e2688-ec60-4193-ade0-f39569b7151e" providerId="ADAL" clId="{B448FFF6-F616-42CD-BE9F-53FA2FF3B297}" dt="2026-09-10T08:33:46.843" v="5079" actId="47"/>
          <pc:sldLayoutMkLst>
            <pc:docMk/>
            <pc:sldMasterMk cId="759634223" sldId="2147483648"/>
            <pc:sldLayoutMk cId="2550643054" sldId="2147483658"/>
          </pc:sldLayoutMkLst>
        </pc:sldLayoutChg>
        <pc:sldLayoutChg chg="del">
          <pc:chgData name="MAKANAE Yuki/蒔苗幸(SAF事業 SAFプロジェクト2)" userId="174e2688-ec60-4193-ade0-f39569b7151e" providerId="ADAL" clId="{B448FFF6-F616-42CD-BE9F-53FA2FF3B297}" dt="2026-09-10T08:33:46.843" v="5079" actId="47"/>
          <pc:sldLayoutMkLst>
            <pc:docMk/>
            <pc:sldMasterMk cId="759634223" sldId="2147483648"/>
            <pc:sldLayoutMk cId="2560536408" sldId="2147483659"/>
          </pc:sldLayoutMkLst>
        </pc:sldLayoutChg>
        <pc:sldLayoutChg chg="del">
          <pc:chgData name="MAKANAE Yuki/蒔苗幸(SAF事業 SAFプロジェクト2)" userId="174e2688-ec60-4193-ade0-f39569b7151e" providerId="ADAL" clId="{B448FFF6-F616-42CD-BE9F-53FA2FF3B297}" dt="2026-09-10T08:33:46.843" v="5079" actId="47"/>
          <pc:sldLayoutMkLst>
            <pc:docMk/>
            <pc:sldMasterMk cId="759634223" sldId="2147483648"/>
            <pc:sldLayoutMk cId="4079685960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511112-68D3-42D4-BB84-05277C8C276A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D8B52-568C-4449-B821-9F639AD290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6962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0AA30-9B4D-5AA7-017D-DD3B8107C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FFA21CD-DB36-2C8B-00EC-E4E34F46A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C666ED3-C3DE-40E8-F2EF-826B82FC0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>
              <a:ea typeface="游ゴシック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DCDA6-503B-0E01-768C-216D6B497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D8B52-568C-4449-B821-9F639AD2908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5633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D34ED-4EC9-2592-0CDE-B36E68343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18B8506-3811-2997-ACC6-6563B97B13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235DB54-6F1C-4582-E3A0-ED25BC626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84B8BE-447F-94AE-0727-9A7CA4E6D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D8B52-568C-4449-B821-9F639AD2908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0995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図 17">
            <a:extLst>
              <a:ext uri="{FF2B5EF4-FFF2-40B4-BE49-F238E27FC236}">
                <a16:creationId xmlns:a16="http://schemas.microsoft.com/office/drawing/2014/main" id="{D3ABF7EB-62CD-4255-A13E-F4656F7C4A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89628" cy="6857999"/>
          </a:xfrm>
          <a:prstGeom prst="corner">
            <a:avLst>
              <a:gd name="adj1" fmla="val 92099"/>
              <a:gd name="adj2" fmla="val 50000"/>
            </a:avLst>
          </a:prstGeom>
        </p:spPr>
      </p:pic>
      <p:sp>
        <p:nvSpPr>
          <p:cNvPr id="9" name="タイトル 8">
            <a:extLst>
              <a:ext uri="{FF2B5EF4-FFF2-40B4-BE49-F238E27FC236}">
                <a16:creationId xmlns:a16="http://schemas.microsoft.com/office/drawing/2014/main" id="{0F17052A-1730-4D93-A50B-A1819641D3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000" y="2628000"/>
            <a:ext cx="9600000" cy="540000"/>
          </a:xfrm>
        </p:spPr>
        <p:txBody>
          <a:bodyPr lIns="0" tIns="108000" rIns="0" bIns="108000" anchor="t"/>
          <a:lstStyle>
            <a:lvl1pPr algn="ctr">
              <a:defRPr sz="4200"/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B140D48E-FF82-4C14-A959-65E572B1AA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93961" y="3543806"/>
            <a:ext cx="4804079" cy="29238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700"/>
            </a:lvl1pPr>
          </a:lstStyle>
          <a:p>
            <a:pPr lvl="0"/>
            <a:r>
              <a:rPr kumimoji="1" lang="en-US" altLang="ja-JP"/>
              <a:t>2020</a:t>
            </a:r>
            <a:r>
              <a:rPr kumimoji="1" lang="ja-JP" altLang="en-US"/>
              <a:t>年</a:t>
            </a:r>
            <a:r>
              <a:rPr kumimoji="1" lang="en-US" altLang="ja-JP"/>
              <a:t>9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536927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F762B5-7C88-4ED4-8DEB-B4DF9D711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/>
              <a:t>タイトル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2FD4A49-9811-450E-BA70-BC633E2D4D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0388" y="6644151"/>
            <a:ext cx="276472" cy="144000"/>
          </a:xfrm>
        </p:spPr>
        <p:txBody>
          <a:bodyPr/>
          <a:lstStyle/>
          <a:p>
            <a:fld id="{9861603B-395F-4735-8B4B-D01A92F695FD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DAB76E4-DAF0-4DF1-8FFC-7DFD5671D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0388" y="6481479"/>
            <a:ext cx="3840000" cy="107722"/>
          </a:xfrm>
        </p:spPr>
        <p:txBody>
          <a:bodyPr/>
          <a:lstStyle/>
          <a:p>
            <a:pPr defTabSz="914400"/>
            <a:r>
              <a:rPr lang="en-US" altLang="ja-JP"/>
              <a:t>Copyright © ENEOS Corporation  All Rights Reserved.</a:t>
            </a:r>
            <a:endParaRPr lang="ja-JP" altLang="ja-JP"/>
          </a:p>
        </p:txBody>
      </p:sp>
    </p:spTree>
    <p:extLst>
      <p:ext uri="{BB962C8B-B14F-4D97-AF65-F5344CB8AC3E}">
        <p14:creationId xmlns:p14="http://schemas.microsoft.com/office/powerpoint/2010/main" val="762990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AC9190-3DC4-47F2-B450-21E91E9DA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C1B2749-F85D-45C3-A6F4-991B798D86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1603B-395F-4735-8B4B-D01A92F695FD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0C00651-B372-475E-9F5A-27304CC42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r>
              <a:rPr lang="en-US" altLang="ja-JP"/>
              <a:t>Copyright © ENEOS Corporation  All Rights Reserved.</a:t>
            </a:r>
            <a:endParaRPr lang="ja-JP" altLang="ja-JP"/>
          </a:p>
        </p:txBody>
      </p:sp>
    </p:spTree>
    <p:extLst>
      <p:ext uri="{BB962C8B-B14F-4D97-AF65-F5344CB8AC3E}">
        <p14:creationId xmlns:p14="http://schemas.microsoft.com/office/powerpoint/2010/main" val="1430980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.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CC3B31E7-2F49-BB6A-AD37-7985CC79DF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20888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7" progId="TCLayout.ActiveDocument.1">
                  <p:embed/>
                </p:oleObj>
              </mc:Choice>
              <mc:Fallback>
                <p:oleObj name="think-cell Slide" r:id="rId3" imgW="353" imgH="357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3B31E7-2F49-BB6A-AD37-7985CC79DF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図 14">
            <a:extLst>
              <a:ext uri="{FF2B5EF4-FFF2-40B4-BE49-F238E27FC236}">
                <a16:creationId xmlns:a16="http://schemas.microsoft.com/office/drawing/2014/main" id="{599C0A0D-16FA-80B6-1AA0-59ECEA9D8C4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6" y="0"/>
            <a:ext cx="12189628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DF5D61-B4B8-C214-B59C-A75C4D1511D8}"/>
              </a:ext>
            </a:extLst>
          </p:cNvPr>
          <p:cNvSpPr txBox="1"/>
          <p:nvPr userDrawn="1"/>
        </p:nvSpPr>
        <p:spPr>
          <a:xfrm>
            <a:off x="11346272" y="6490723"/>
            <a:ext cx="635424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800" kern="1200" smtClean="0">
                <a:solidFill>
                  <a:schemeClr val="tx1"/>
                </a:solidFill>
                <a:latin typeface="Trebuchet MS" panose="020B0603020202020204" pitchFamily="34" charset="0"/>
                <a:ea typeface="Meiryo UI" panose="020B0604030504040204" pitchFamily="50" charset="-128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800" kern="1200">
              <a:solidFill>
                <a:schemeClr val="tx1"/>
              </a:solidFill>
              <a:latin typeface="Trebuchet MS" panose="020B0603020202020204" pitchFamily="34" charset="0"/>
              <a:ea typeface="Meiryo UI" panose="020B0604030504040204" pitchFamily="50" charset="-128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54D731FD-C9CE-E19C-10CD-3897959E22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096" y="289510"/>
            <a:ext cx="10080000" cy="411480"/>
          </a:xfrm>
          <a:prstGeom prst="rect">
            <a:avLst/>
          </a:prstGeom>
        </p:spPr>
        <p:txBody>
          <a:bodyPr vert="horz" wrap="square" lIns="73152" tIns="36576" rIns="73152" bIns="36576" anchor="t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2600" b="0" i="0" u="none" kern="1200" spc="0">
                <a:solidFill>
                  <a:schemeClr val="tx1"/>
                </a:solidFill>
                <a:latin typeface="Trebuchet MS" panose="020B0603020202020204" pitchFamily="34" charset="0"/>
                <a:ea typeface="Meiryo UI" panose="020B0604030504040204" pitchFamily="50" charset="-128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EDF063E-9154-532B-5B9C-B14A9097167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506272" y="6660000"/>
            <a:ext cx="3840000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700" kern="1200" baseline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メイリオ" panose="020B0604030504040204" pitchFamily="50" charset="-128"/>
              </a:defRPr>
            </a:lvl1pPr>
            <a:lvl2pPr marL="457200" indent="86868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Meiryo UI" panose="020B0604030504040204" pitchFamily="50" charset="-128"/>
                <a:cs typeface="+mn-cs"/>
                <a:sym typeface="Trebuchet MS" panose="020B0603020202020204" pitchFamily="34" charset="0"/>
              </a:rPr>
              <a:t>Copyright © ENEOS Corporation  All Rights Reserved.</a:t>
            </a:r>
            <a:endParaRPr kumimoji="0" lang="ja-JP" altLang="ja-JP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Meiryo UI" panose="020B0604030504040204" pitchFamily="50" charset="-128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5" name="テキスト ボックス 9">
            <a:extLst>
              <a:ext uri="{FF2B5EF4-FFF2-40B4-BE49-F238E27FC236}">
                <a16:creationId xmlns:a16="http://schemas.microsoft.com/office/drawing/2014/main" id="{D64FC9BC-047F-78FA-9504-373CC3EBF4F3}"/>
              </a:ext>
            </a:extLst>
          </p:cNvPr>
          <p:cNvSpPr txBox="1"/>
          <p:nvPr userDrawn="1"/>
        </p:nvSpPr>
        <p:spPr>
          <a:xfrm>
            <a:off x="10908145" y="313203"/>
            <a:ext cx="781759" cy="250216"/>
          </a:xfrm>
          <a:prstGeom prst="rect">
            <a:avLst/>
          </a:prstGeom>
          <a:noFill/>
          <a:ln w="6350">
            <a:solidFill>
              <a:sysClr val="windowText" lastClr="000000"/>
            </a:solidFill>
          </a:ln>
        </p:spPr>
        <p:txBody>
          <a:bodyPr wrap="square" lIns="81000" tIns="54000" bIns="27000" rtlCol="0">
            <a:noAutofit/>
          </a:bodyPr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Meiryo UI" panose="020B0604030504040204" pitchFamily="50" charset="-128"/>
                <a:cs typeface="+mn-cs"/>
                <a:sym typeface="Trebuchet MS" panose="020B0603020202020204" pitchFamily="34" charset="0"/>
              </a:rPr>
              <a:t>部内限り</a:t>
            </a:r>
          </a:p>
        </p:txBody>
      </p:sp>
    </p:spTree>
    <p:extLst>
      <p:ext uri="{BB962C8B-B14F-4D97-AF65-F5344CB8AC3E}">
        <p14:creationId xmlns:p14="http://schemas.microsoft.com/office/powerpoint/2010/main" val="1915256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58E1BE4A-421F-4C8F-A9D4-D97017486B2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6" y="0"/>
            <a:ext cx="12189628" cy="685799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0388" y="6645600"/>
            <a:ext cx="276472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9861603B-395F-4735-8B4B-D01A92F695FD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9" name="タイトル プレースホルダー 8">
            <a:extLst>
              <a:ext uri="{FF2B5EF4-FFF2-40B4-BE49-F238E27FC236}">
                <a16:creationId xmlns:a16="http://schemas.microsoft.com/office/drawing/2014/main" id="{A88EF844-E71F-43B0-8423-063072E85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96" y="289510"/>
            <a:ext cx="10080000" cy="432256"/>
          </a:xfrm>
          <a:prstGeom prst="rect">
            <a:avLst/>
          </a:prstGeom>
        </p:spPr>
        <p:txBody>
          <a:bodyPr vert="horz" lIns="72000" tIns="36000" rIns="72000" bIns="36000" rtlCol="0" anchor="ctr">
            <a:noAutofit/>
          </a:bodyPr>
          <a:lstStyle/>
          <a:p>
            <a:r>
              <a:rPr kumimoji="1" lang="ja-JP" altLang="en-US"/>
              <a:t>タイトル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2C7433F3-9002-41BF-ABF4-92907CDE59FD}"/>
              </a:ext>
            </a:extLst>
          </p:cNvPr>
          <p:cNvSpPr>
            <a:spLocks noGrp="1" noChangeArrowheads="1"/>
          </p:cNvSpPr>
          <p:nvPr userDrawn="1">
            <p:ph type="ftr" sz="quarter" idx="3"/>
          </p:nvPr>
        </p:nvSpPr>
        <p:spPr bwMode="auto">
          <a:xfrm>
            <a:off x="7506272" y="6660000"/>
            <a:ext cx="3840000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eaLnBrk="0" fontAlgn="base" hangingPunct="0">
              <a:spcBef>
                <a:spcPct val="0"/>
              </a:spcBef>
              <a:spcAft>
                <a:spcPct val="0"/>
              </a:spcAft>
              <a:defRPr sz="700" baseline="0">
                <a:solidFill>
                  <a:schemeClr val="tx1"/>
                </a:solidFill>
                <a:latin typeface="+mn-lt"/>
                <a:ea typeface="+mn-ea"/>
              </a:defRPr>
            </a:lvl1pPr>
            <a:lvl2pPr indent="8686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/>
            <a:r>
              <a:rPr lang="en-US" altLang="ja-JP"/>
              <a:t>Copyright © ENEOS Corporation  All Rights Reserved.</a:t>
            </a:r>
            <a:endParaRPr lang="ja-JP" altLang="ja-JP"/>
          </a:p>
        </p:txBody>
      </p:sp>
    </p:spTree>
    <p:extLst>
      <p:ext uri="{BB962C8B-B14F-4D97-AF65-F5344CB8AC3E}">
        <p14:creationId xmlns:p14="http://schemas.microsoft.com/office/powerpoint/2010/main" val="269148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74477-B4AB-B280-D275-C037C496C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6337940-75E5-AEA1-D501-B4E79BE0E8AC}"/>
              </a:ext>
            </a:extLst>
          </p:cNvPr>
          <p:cNvSpPr txBox="1"/>
          <p:nvPr/>
        </p:nvSpPr>
        <p:spPr>
          <a:xfrm>
            <a:off x="486929" y="863470"/>
            <a:ext cx="11167341" cy="60119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Clr>
                <a:srgbClr val="44546A">
                  <a:lumMod val="60000"/>
                  <a:lumOff val="40000"/>
                </a:srgbClr>
              </a:buClr>
              <a:buFont typeface="Wingdings" panose="05000000000000000000" pitchFamily="2" charset="2"/>
              <a:buChar char="l"/>
              <a:defRPr/>
            </a:pPr>
            <a:endParaRPr lang="en-US" altLang="ja-JP" sz="1400" b="1" kern="0">
              <a:latin typeface="Meiryo UI"/>
              <a:ea typeface="Meiryo UI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CAAA3FB-84C5-1883-6475-21AD97F87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Meiryo UI" panose="020B0604030504040204" pitchFamily="50" charset="-128"/>
              </a:rPr>
              <a:t>1. Par Pacific </a:t>
            </a:r>
            <a:r>
              <a:rPr kumimoji="1" lang="ja-JP" altLang="en-US" dirty="0">
                <a:latin typeface="Meiryo UI" panose="020B0604030504040204" pitchFamily="50" charset="-128"/>
              </a:rPr>
              <a:t>財務状況 ／ </a:t>
            </a:r>
            <a:r>
              <a:rPr kumimoji="1" lang="en-US" altLang="ja-JP" dirty="0">
                <a:latin typeface="Meiryo UI" panose="020B0604030504040204" pitchFamily="50" charset="-128"/>
              </a:rPr>
              <a:t>A</a:t>
            </a:r>
            <a:r>
              <a:rPr kumimoji="1" lang="ja-JP" altLang="en-US" dirty="0">
                <a:latin typeface="Meiryo UI" panose="020B0604030504040204" pitchFamily="50" charset="-128"/>
              </a:rPr>
              <a:t>年</a:t>
            </a:r>
            <a:r>
              <a:rPr kumimoji="1" lang="en-US" altLang="ja-JP" dirty="0">
                <a:latin typeface="Meiryo UI" panose="020B0604030504040204" pitchFamily="50" charset="-128"/>
              </a:rPr>
              <a:t>BQ</a:t>
            </a:r>
            <a:r>
              <a:rPr kumimoji="1" lang="ja-JP" altLang="en-US" dirty="0">
                <a:latin typeface="Meiryo UI" panose="020B0604030504040204" pitchFamily="50" charset="-128"/>
              </a:rPr>
              <a:t>損益計算書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825C8FD-F3D8-0838-4703-14A14970AEA7}"/>
              </a:ext>
            </a:extLst>
          </p:cNvPr>
          <p:cNvSpPr/>
          <p:nvPr/>
        </p:nvSpPr>
        <p:spPr>
          <a:xfrm>
            <a:off x="7698862" y="4057064"/>
            <a:ext cx="3616278" cy="35489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株価のの推移（</a:t>
            </a:r>
            <a:r>
              <a:rPr kumimoji="0" lang="en-US" altLang="ja-JP" sz="16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3</a:t>
            </a:r>
            <a:r>
              <a:rPr kumimoji="0" lang="ja-JP" altLang="en-US" sz="16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年）</a:t>
            </a:r>
          </a:p>
        </p:txBody>
      </p:sp>
      <p:graphicFrame>
        <p:nvGraphicFramePr>
          <p:cNvPr id="27" name="表 26">
            <a:extLst>
              <a:ext uri="{FF2B5EF4-FFF2-40B4-BE49-F238E27FC236}">
                <a16:creationId xmlns:a16="http://schemas.microsoft.com/office/drawing/2014/main" id="{6C9C9EFF-2567-C8C6-79BC-EBDDBFF91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904053"/>
              </p:ext>
            </p:extLst>
          </p:nvPr>
        </p:nvGraphicFramePr>
        <p:xfrm>
          <a:off x="392573" y="2009229"/>
          <a:ext cx="7137780" cy="4450565"/>
        </p:xfrm>
        <a:graphic>
          <a:graphicData uri="http://schemas.openxmlformats.org/drawingml/2006/table">
            <a:tbl>
              <a:tblPr firstRow="1" bandRow="1"/>
              <a:tblGrid>
                <a:gridCol w="1253347">
                  <a:extLst>
                    <a:ext uri="{9D8B030D-6E8A-4147-A177-3AD203B41FA5}">
                      <a16:colId xmlns:a16="http://schemas.microsoft.com/office/drawing/2014/main" val="1164452000"/>
                    </a:ext>
                  </a:extLst>
                </a:gridCol>
                <a:gridCol w="872490">
                  <a:extLst>
                    <a:ext uri="{9D8B030D-6E8A-4147-A177-3AD203B41FA5}">
                      <a16:colId xmlns:a16="http://schemas.microsoft.com/office/drawing/2014/main" val="172411218"/>
                    </a:ext>
                  </a:extLst>
                </a:gridCol>
                <a:gridCol w="872490">
                  <a:extLst>
                    <a:ext uri="{9D8B030D-6E8A-4147-A177-3AD203B41FA5}">
                      <a16:colId xmlns:a16="http://schemas.microsoft.com/office/drawing/2014/main" val="2800762069"/>
                    </a:ext>
                  </a:extLst>
                </a:gridCol>
                <a:gridCol w="1729740">
                  <a:extLst>
                    <a:ext uri="{9D8B030D-6E8A-4147-A177-3AD203B41FA5}">
                      <a16:colId xmlns:a16="http://schemas.microsoft.com/office/drawing/2014/main" val="1499027223"/>
                    </a:ext>
                  </a:extLst>
                </a:gridCol>
                <a:gridCol w="2409713">
                  <a:extLst>
                    <a:ext uri="{9D8B030D-6E8A-4147-A177-3AD203B41FA5}">
                      <a16:colId xmlns:a16="http://schemas.microsoft.com/office/drawing/2014/main" val="2149225136"/>
                    </a:ext>
                  </a:extLst>
                </a:gridCol>
              </a:tblGrid>
              <a:tr h="635795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80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/>
                        <a:t>AY</a:t>
                      </a:r>
                    </a:p>
                    <a:p>
                      <a:pPr algn="ctr"/>
                      <a:r>
                        <a:rPr kumimoji="1" lang="en-US" altLang="ja-JP" sz="1400" dirty="0"/>
                        <a:t>BQ</a:t>
                      </a:r>
                      <a:endParaRPr kumimoji="1" lang="ja-JP" altLang="en-US" sz="1400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/>
                        <a:t>(A-1)Y</a:t>
                      </a:r>
                    </a:p>
                    <a:p>
                      <a:pPr algn="ctr"/>
                      <a:r>
                        <a:rPr kumimoji="1" lang="en-US" altLang="ja-JP" sz="1400" dirty="0"/>
                        <a:t>BQ</a:t>
                      </a:r>
                      <a:endParaRPr kumimoji="1" lang="ja-JP" altLang="en-US" sz="1400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C44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前年度比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C44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1" dirty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主要な良化</a:t>
                      </a:r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/</a:t>
                      </a:r>
                      <a:r>
                        <a:rPr kumimoji="1" lang="ja-JP" altLang="en-US" sz="1400" b="1" dirty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悪化要因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C44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597748"/>
                  </a:ext>
                </a:extLst>
              </a:tr>
              <a:tr h="635795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400" dirty="0"/>
                        <a:t>売上高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kumimoji="1" lang="en-US" altLang="ja-JP" sz="12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kumimoji="1" lang="en-US" altLang="ja-JP" sz="12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kumimoji="1" lang="en-US" altLang="ja-JP" sz="12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kumimoji="1" lang="en-US" altLang="ja-JP" sz="12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629367"/>
                  </a:ext>
                </a:extLst>
              </a:tr>
              <a:tr h="635795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400" dirty="0"/>
                        <a:t>営業費用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48836"/>
                  </a:ext>
                </a:extLst>
              </a:tr>
              <a:tr h="635795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400"/>
                        <a:t>営業利益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695352"/>
                  </a:ext>
                </a:extLst>
              </a:tr>
              <a:tr h="635795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400" dirty="0"/>
                        <a:t>営業外費用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kumimoji="1" lang="ja-JP" altLang="en-US" sz="1200">
                        <a:solidFill>
                          <a:srgbClr val="C0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301897"/>
                  </a:ext>
                </a:extLst>
              </a:tr>
              <a:tr h="635795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400" dirty="0"/>
                        <a:t>税引き前利益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kumimoji="1" lang="ja-JP" altLang="en-US" sz="1200">
                        <a:solidFill>
                          <a:schemeClr val="accent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082771"/>
                  </a:ext>
                </a:extLst>
              </a:tr>
              <a:tr h="635795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400"/>
                        <a:t>純利益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kumimoji="1" lang="ja-JP" altLang="en-US" sz="1200" dirty="0">
                        <a:solidFill>
                          <a:schemeClr val="accent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876704"/>
                  </a:ext>
                </a:extLst>
              </a:tr>
            </a:tbl>
          </a:graphicData>
        </a:graphic>
      </p:graphicFrame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15977B87-30FD-8990-8C62-AB5A7381CA17}"/>
              </a:ext>
            </a:extLst>
          </p:cNvPr>
          <p:cNvSpPr/>
          <p:nvPr/>
        </p:nvSpPr>
        <p:spPr>
          <a:xfrm>
            <a:off x="6538848" y="1836856"/>
            <a:ext cx="1032026" cy="17744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MUSD</a:t>
            </a:r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09F4FF82-6393-76BE-2525-2EB2E3B83BAF}"/>
              </a:ext>
            </a:extLst>
          </p:cNvPr>
          <p:cNvSpPr/>
          <p:nvPr/>
        </p:nvSpPr>
        <p:spPr>
          <a:xfrm>
            <a:off x="392571" y="1535666"/>
            <a:ext cx="5611989" cy="53258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6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PL</a:t>
            </a:r>
            <a:r>
              <a:rPr kumimoji="0" lang="ja-JP" altLang="en-US" sz="16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概要</a:t>
            </a:r>
            <a:endParaRPr kumimoji="0" lang="en-US" altLang="ja-JP" sz="1600" b="1" i="0" u="sng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kern="0" dirty="0">
                <a:solidFill>
                  <a:prstClr val="black"/>
                </a:solidFill>
                <a:latin typeface="メイリオ"/>
                <a:ea typeface="メイリオ"/>
              </a:rPr>
              <a:t>A</a:t>
            </a:r>
            <a:r>
              <a:rPr kumimoji="0" lang="ja-JP" altLang="en-US" sz="1100" kern="0" dirty="0">
                <a:solidFill>
                  <a:prstClr val="black"/>
                </a:solidFill>
                <a:latin typeface="メイリオ"/>
                <a:ea typeface="メイリオ"/>
              </a:rPr>
              <a:t>年</a:t>
            </a:r>
            <a:r>
              <a:rPr kumimoji="0" lang="en-US" altLang="ja-JP" sz="1100" kern="0" dirty="0">
                <a:solidFill>
                  <a:prstClr val="black"/>
                </a:solidFill>
                <a:latin typeface="メイリオ"/>
                <a:ea typeface="メイリオ"/>
              </a:rPr>
              <a:t>BQ</a:t>
            </a:r>
            <a:r>
              <a:rPr kumimoji="0" lang="ja-JP" altLang="en-US" sz="1100" kern="0" dirty="0">
                <a:solidFill>
                  <a:prstClr val="black"/>
                </a:solidFill>
                <a:latin typeface="メイリオ"/>
                <a:ea typeface="メイリオ"/>
              </a:rPr>
              <a:t>累積実績</a:t>
            </a:r>
            <a:r>
              <a:rPr kumimoji="0" lang="ja-JP" altLang="en-US" sz="1100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0" lang="en-US" altLang="ja-JP" sz="1100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vs</a:t>
            </a:r>
            <a:r>
              <a:rPr kumimoji="0" lang="ja-JP" altLang="en-US" sz="1100" kern="0" dirty="0">
                <a:solidFill>
                  <a:prstClr val="black"/>
                </a:solidFill>
                <a:latin typeface="メイリオ"/>
                <a:ea typeface="メイリオ"/>
              </a:rPr>
              <a:t> </a:t>
            </a:r>
            <a:r>
              <a:rPr kumimoji="0" lang="en-US" altLang="ja-JP" sz="1100" kern="0" dirty="0">
                <a:solidFill>
                  <a:prstClr val="black"/>
                </a:solidFill>
                <a:latin typeface="メイリオ"/>
                <a:ea typeface="メイリオ"/>
              </a:rPr>
              <a:t>(A-1)</a:t>
            </a:r>
            <a:r>
              <a:rPr kumimoji="0" lang="en-US" altLang="ja-JP" sz="1100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Y</a:t>
            </a:r>
            <a:r>
              <a:rPr kumimoji="0" lang="en-US" altLang="ja-JP" sz="1100" kern="0" dirty="0">
                <a:solidFill>
                  <a:prstClr val="black"/>
                </a:solidFill>
                <a:latin typeface="メイリオ"/>
                <a:ea typeface="メイリオ"/>
              </a:rPr>
              <a:t>B</a:t>
            </a:r>
            <a:r>
              <a:rPr kumimoji="0" lang="en-US" altLang="ja-JP" sz="1100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Q</a:t>
            </a:r>
            <a:r>
              <a:rPr kumimoji="0" lang="ja-JP" altLang="en-US" sz="1100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実績（成績良化を</a:t>
            </a:r>
            <a:r>
              <a:rPr kumimoji="0" lang="ja-JP" altLang="en-US" sz="1100" b="1" i="0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青字</a:t>
            </a:r>
            <a:r>
              <a:rPr kumimoji="0" lang="ja-JP" altLang="en-US" sz="1100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、悪化を</a:t>
            </a:r>
            <a:r>
              <a:rPr kumimoji="0" lang="ja-JP" altLang="en-US" sz="1100" b="1" i="0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赤字</a:t>
            </a:r>
            <a:r>
              <a:rPr kumimoji="0" lang="ja-JP" altLang="en-US" sz="1100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で記載）</a:t>
            </a:r>
            <a:r>
              <a:rPr kumimoji="0" lang="en-US" altLang="ja-JP" sz="1100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endParaRPr kumimoji="0" lang="ja-JP" altLang="en-US" sz="1100" i="0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43A5BFE-519E-92EF-7803-30BE6B325C76}"/>
              </a:ext>
            </a:extLst>
          </p:cNvPr>
          <p:cNvSpPr/>
          <p:nvPr/>
        </p:nvSpPr>
        <p:spPr>
          <a:xfrm>
            <a:off x="7655662" y="1592020"/>
            <a:ext cx="2388338" cy="17940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売上高の推移（</a:t>
            </a:r>
            <a:r>
              <a:rPr kumimoji="0" lang="en-US" altLang="ja-JP" sz="16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3</a:t>
            </a:r>
            <a:r>
              <a:rPr kumimoji="0" lang="ja-JP" altLang="en-US" sz="16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年）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A5E8A07-C2CB-4918-394D-975BEEC57A57}"/>
              </a:ext>
            </a:extLst>
          </p:cNvPr>
          <p:cNvSpPr txBox="1"/>
          <p:nvPr/>
        </p:nvSpPr>
        <p:spPr>
          <a:xfrm>
            <a:off x="502096" y="1031647"/>
            <a:ext cx="10174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kern="0">
                <a:latin typeface="Meiryo UI"/>
                <a:ea typeface="Meiryo UI"/>
              </a:rPr>
              <a:t>＜</a:t>
            </a:r>
            <a:r>
              <a:rPr lang="en-US" altLang="ja-JP" sz="1600" b="1" kern="0">
                <a:latin typeface="Meiryo UI"/>
                <a:ea typeface="Meiryo UI"/>
              </a:rPr>
              <a:t>PL</a:t>
            </a:r>
            <a:r>
              <a:rPr lang="ja-JP" altLang="en-US" sz="1600" b="1" kern="0">
                <a:latin typeface="Meiryo UI"/>
                <a:ea typeface="Meiryo UI"/>
              </a:rPr>
              <a:t>＞　　　</a:t>
            </a:r>
            <a:endParaRPr lang="ja-JP" altLang="en-US" sz="1600" b="1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2D85A2D-1ECB-9BDB-FFBD-9B3D494D7F4C}"/>
              </a:ext>
            </a:extLst>
          </p:cNvPr>
          <p:cNvSpPr/>
          <p:nvPr/>
        </p:nvSpPr>
        <p:spPr>
          <a:xfrm>
            <a:off x="7698862" y="1836856"/>
            <a:ext cx="4300305" cy="21286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5F7455F-6481-78E8-0F30-E2B05EE94FB3}"/>
              </a:ext>
            </a:extLst>
          </p:cNvPr>
          <p:cNvSpPr/>
          <p:nvPr/>
        </p:nvSpPr>
        <p:spPr>
          <a:xfrm>
            <a:off x="7698861" y="4439836"/>
            <a:ext cx="4300305" cy="21286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738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0E2DE-8897-B653-5BE5-D7B5E488A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AF049E-8CE1-A163-9198-C5E6C3CC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Meiryo UI" panose="020B0604030504040204" pitchFamily="50" charset="-128"/>
              </a:rPr>
              <a:t>2</a:t>
            </a:r>
            <a:r>
              <a:rPr kumimoji="1" lang="en-US" altLang="ja-JP" dirty="0">
                <a:latin typeface="Meiryo UI" panose="020B0604030504040204" pitchFamily="50" charset="-128"/>
              </a:rPr>
              <a:t>. Par Pacific </a:t>
            </a:r>
            <a:r>
              <a:rPr kumimoji="1" lang="ja-JP" altLang="en-US" dirty="0">
                <a:latin typeface="Meiryo UI" panose="020B0604030504040204" pitchFamily="50" charset="-128"/>
              </a:rPr>
              <a:t>財務状況 ／ </a:t>
            </a:r>
            <a:r>
              <a:rPr kumimoji="1" lang="en-US" altLang="ja-JP" dirty="0">
                <a:latin typeface="Meiryo UI" panose="020B0604030504040204" pitchFamily="50" charset="-128"/>
              </a:rPr>
              <a:t>A</a:t>
            </a:r>
            <a:r>
              <a:rPr lang="ja-JP" altLang="en-US" dirty="0">
                <a:latin typeface="Meiryo UI" panose="020B0604030504040204" pitchFamily="50" charset="-128"/>
              </a:rPr>
              <a:t>年</a:t>
            </a:r>
            <a:r>
              <a:rPr lang="en-US" altLang="ja-JP" dirty="0">
                <a:latin typeface="Meiryo UI" panose="020B0604030504040204" pitchFamily="50" charset="-128"/>
              </a:rPr>
              <a:t>B</a:t>
            </a:r>
            <a:r>
              <a:rPr kumimoji="1" lang="en-US" altLang="ja-JP" dirty="0">
                <a:latin typeface="Meiryo UI" panose="020B0604030504040204" pitchFamily="50" charset="-128"/>
              </a:rPr>
              <a:t>Q</a:t>
            </a:r>
            <a:r>
              <a:rPr kumimoji="1" lang="ja-JP" altLang="en-US" dirty="0">
                <a:latin typeface="Meiryo UI" panose="020B0604030504040204" pitchFamily="50" charset="-128"/>
              </a:rPr>
              <a:t>貸借対照表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96E8862-5075-D565-DD39-ED5223A77C61}"/>
              </a:ext>
            </a:extLst>
          </p:cNvPr>
          <p:cNvSpPr txBox="1"/>
          <p:nvPr/>
        </p:nvSpPr>
        <p:spPr>
          <a:xfrm>
            <a:off x="502096" y="992647"/>
            <a:ext cx="11327567" cy="101343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Clr>
                <a:srgbClr val="44546A">
                  <a:lumMod val="60000"/>
                  <a:lumOff val="40000"/>
                </a:srgbClr>
              </a:buClr>
              <a:buFont typeface="Wingdings" panose="05000000000000000000" pitchFamily="2" charset="2"/>
              <a:buChar char="l"/>
              <a:defRPr/>
            </a:pPr>
            <a:endParaRPr lang="en-US" altLang="ja-JP" sz="1400" b="1" kern="0">
              <a:latin typeface="Meiryo UI"/>
              <a:ea typeface="Meiryo UI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F921EE8-CFDC-1BE5-A8FF-7371F895DB12}"/>
              </a:ext>
            </a:extLst>
          </p:cNvPr>
          <p:cNvSpPr/>
          <p:nvPr/>
        </p:nvSpPr>
        <p:spPr>
          <a:xfrm>
            <a:off x="70878" y="2164286"/>
            <a:ext cx="1625600" cy="354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BS</a:t>
            </a:r>
            <a:r>
              <a:rPr kumimoji="1" lang="ja-JP" altLang="en-US" sz="16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概要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C7B66EE-FB90-47D4-2EA3-C789C9C14768}"/>
              </a:ext>
            </a:extLst>
          </p:cNvPr>
          <p:cNvSpPr/>
          <p:nvPr/>
        </p:nvSpPr>
        <p:spPr>
          <a:xfrm>
            <a:off x="2863014" y="2205348"/>
            <a:ext cx="1929548" cy="35489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MUSD</a:t>
            </a:r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6DDD5BA-1024-EEA9-5D67-9A3DE24D0834}"/>
              </a:ext>
            </a:extLst>
          </p:cNvPr>
          <p:cNvSpPr/>
          <p:nvPr/>
        </p:nvSpPr>
        <p:spPr>
          <a:xfrm>
            <a:off x="4732105" y="2262715"/>
            <a:ext cx="3930356" cy="354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400" b="1" u="sng" dirty="0">
                <a:solidFill>
                  <a:prstClr val="black"/>
                </a:solidFill>
                <a:latin typeface="メイリオ"/>
                <a:ea typeface="メイリオ"/>
              </a:rPr>
              <a:t>〇〇の内訳（合計、差異）</a:t>
            </a:r>
            <a:endParaRPr lang="en-US" altLang="ja-JP" sz="1400" b="1" u="sng" dirty="0">
              <a:solidFill>
                <a:prstClr val="black"/>
              </a:solidFill>
              <a:latin typeface="メイリオ"/>
              <a:ea typeface="メイリオ"/>
            </a:endParaRPr>
          </a:p>
        </p:txBody>
      </p:sp>
      <p:graphicFrame>
        <p:nvGraphicFramePr>
          <p:cNvPr id="17" name="表 16">
            <a:extLst>
              <a:ext uri="{FF2B5EF4-FFF2-40B4-BE49-F238E27FC236}">
                <a16:creationId xmlns:a16="http://schemas.microsoft.com/office/drawing/2014/main" id="{0C2089FE-A3B3-4D3B-74B7-010229509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63999"/>
              </p:ext>
            </p:extLst>
          </p:nvPr>
        </p:nvGraphicFramePr>
        <p:xfrm>
          <a:off x="114656" y="2453071"/>
          <a:ext cx="4592309" cy="2240602"/>
        </p:xfrm>
        <a:graphic>
          <a:graphicData uri="http://schemas.openxmlformats.org/drawingml/2006/table">
            <a:tbl>
              <a:tblPr/>
              <a:tblGrid>
                <a:gridCol w="1251518">
                  <a:extLst>
                    <a:ext uri="{9D8B030D-6E8A-4147-A177-3AD203B41FA5}">
                      <a16:colId xmlns:a16="http://schemas.microsoft.com/office/drawing/2014/main" val="320159965"/>
                    </a:ext>
                  </a:extLst>
                </a:gridCol>
                <a:gridCol w="1082146">
                  <a:extLst>
                    <a:ext uri="{9D8B030D-6E8A-4147-A177-3AD203B41FA5}">
                      <a16:colId xmlns:a16="http://schemas.microsoft.com/office/drawing/2014/main" val="746697515"/>
                    </a:ext>
                  </a:extLst>
                </a:gridCol>
                <a:gridCol w="1145049">
                  <a:extLst>
                    <a:ext uri="{9D8B030D-6E8A-4147-A177-3AD203B41FA5}">
                      <a16:colId xmlns:a16="http://schemas.microsoft.com/office/drawing/2014/main" val="687757269"/>
                    </a:ext>
                  </a:extLst>
                </a:gridCol>
                <a:gridCol w="1113596">
                  <a:extLst>
                    <a:ext uri="{9D8B030D-6E8A-4147-A177-3AD203B41FA5}">
                      <a16:colId xmlns:a16="http://schemas.microsoft.com/office/drawing/2014/main" val="436293476"/>
                    </a:ext>
                  </a:extLst>
                </a:gridCol>
              </a:tblGrid>
              <a:tr h="23372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前四半期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今期</a:t>
                      </a:r>
                      <a:endParaRPr lang="en-US" altLang="ja-JP" sz="12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36386468"/>
                  </a:ext>
                </a:extLst>
              </a:tr>
              <a:tr h="23372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総資産 </a:t>
                      </a:r>
                      <a:r>
                        <a:rPr lang="en-US" altLang="ja-JP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MUSD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総資産 </a:t>
                      </a:r>
                      <a:r>
                        <a:rPr lang="en-US" altLang="ja-JP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MUSD</a:t>
                      </a:r>
                      <a:r>
                        <a:rPr lang="ja-JP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（差異）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407625"/>
                  </a:ext>
                </a:extLst>
              </a:tr>
              <a:tr h="591048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手元資金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 fontAlgn="ctr"/>
                      <a:r>
                        <a:rPr lang="en-US" altLang="ja-JP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流動負債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 fontAlgn="ctr"/>
                      <a:r>
                        <a:rPr lang="en-US" altLang="ja-JP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手元資金</a:t>
                      </a:r>
                      <a:r>
                        <a:rPr lang="en-US" altLang="ja-JP" sz="12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※1</a:t>
                      </a:r>
                    </a:p>
                    <a:p>
                      <a:pPr algn="ctr" fontAlgn="ctr"/>
                      <a:r>
                        <a:rPr lang="en-US" altLang="ja-JP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X (</a:t>
                      </a:r>
                      <a:r>
                        <a:rPr lang="ja-JP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差異</a:t>
                      </a:r>
                      <a:r>
                        <a:rPr lang="en-US" altLang="ja-JP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流動負債</a:t>
                      </a:r>
                      <a:endParaRPr lang="en-US" altLang="ja-JP" sz="1200" b="0" i="0" u="none" strike="noStrike" dirty="0">
                        <a:solidFill>
                          <a:schemeClr val="tx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 fontAlgn="ctr"/>
                      <a:r>
                        <a:rPr lang="en-US" altLang="ja-JP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X (</a:t>
                      </a:r>
                      <a:r>
                        <a:rPr lang="ja-JP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差異</a:t>
                      </a:r>
                      <a:r>
                        <a:rPr lang="en-US" altLang="ja-JP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870559"/>
                  </a:ext>
                </a:extLst>
              </a:tr>
              <a:tr h="591048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その他の流動資産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 fontAlgn="ctr"/>
                      <a:r>
                        <a:rPr lang="en-US" altLang="ja-JP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長期負債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 fontAlgn="ctr"/>
                      <a:r>
                        <a:rPr lang="en-US" altLang="ja-JP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その他の流動資産</a:t>
                      </a:r>
                      <a:endParaRPr lang="en-US" altLang="ja-JP" sz="1000" b="0" i="0" u="none" strike="noStrike" dirty="0">
                        <a:solidFill>
                          <a:schemeClr val="tx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 fontAlgn="ctr"/>
                      <a:r>
                        <a:rPr lang="en-US" altLang="ja-JP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X (</a:t>
                      </a:r>
                      <a:r>
                        <a:rPr lang="ja-JP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差異</a:t>
                      </a:r>
                      <a:r>
                        <a:rPr lang="en-US" altLang="ja-JP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長期負債</a:t>
                      </a:r>
                      <a:endParaRPr lang="en-US" altLang="ja-JP" sz="1200" b="0" i="0" u="none" strike="noStrike" dirty="0">
                        <a:solidFill>
                          <a:schemeClr val="tx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 fontAlgn="ctr"/>
                      <a:r>
                        <a:rPr lang="en-US" altLang="ja-JP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X (</a:t>
                      </a:r>
                      <a:r>
                        <a:rPr lang="ja-JP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差異</a:t>
                      </a:r>
                      <a:r>
                        <a:rPr lang="en-US" altLang="ja-JP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376163"/>
                  </a:ext>
                </a:extLst>
              </a:tr>
              <a:tr h="591048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固定資産・長期資産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 fontAlgn="ctr"/>
                      <a:r>
                        <a:rPr lang="en-US" altLang="ja-JP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株主資本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 fontAlgn="ctr"/>
                      <a:r>
                        <a:rPr lang="en-US" altLang="ja-JP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固定資産・長期資産</a:t>
                      </a:r>
                      <a:endParaRPr lang="en-US" altLang="ja-JP" sz="1000" b="0" i="0" u="none" strike="noStrike" dirty="0">
                        <a:solidFill>
                          <a:schemeClr val="tx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 fontAlgn="ctr"/>
                      <a:r>
                        <a:rPr lang="en-US" altLang="ja-JP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X (</a:t>
                      </a:r>
                      <a:r>
                        <a:rPr lang="ja-JP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差異</a:t>
                      </a:r>
                      <a:r>
                        <a:rPr lang="en-US" altLang="ja-JP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lang="ja-JP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株主資本</a:t>
                      </a:r>
                      <a:r>
                        <a:rPr lang="en-US" altLang="ja-JP" sz="12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※2</a:t>
                      </a:r>
                      <a:endParaRPr lang="en-US" altLang="ja-JP" sz="1200" b="0" i="0" u="none" strike="noStrike" dirty="0">
                        <a:solidFill>
                          <a:schemeClr val="tx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 fontAlgn="ctr"/>
                      <a:r>
                        <a:rPr lang="en-US" altLang="ja-JP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X (</a:t>
                      </a:r>
                      <a:r>
                        <a:rPr lang="ja-JP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差異</a:t>
                      </a:r>
                      <a:r>
                        <a:rPr lang="en-US" altLang="ja-JP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482322"/>
                  </a:ext>
                </a:extLst>
              </a:tr>
            </a:tbl>
          </a:graphicData>
        </a:graphic>
      </p:graphicFrame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84081B6C-F78C-8804-91BD-FBB887372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700986"/>
              </p:ext>
            </p:extLst>
          </p:nvPr>
        </p:nvGraphicFramePr>
        <p:xfrm>
          <a:off x="4837277" y="2539926"/>
          <a:ext cx="3930356" cy="1008720"/>
        </p:xfrm>
        <a:graphic>
          <a:graphicData uri="http://schemas.openxmlformats.org/drawingml/2006/table">
            <a:tbl>
              <a:tblPr/>
              <a:tblGrid>
                <a:gridCol w="1525988">
                  <a:extLst>
                    <a:ext uri="{9D8B030D-6E8A-4147-A177-3AD203B41FA5}">
                      <a16:colId xmlns:a16="http://schemas.microsoft.com/office/drawing/2014/main" val="3427895983"/>
                    </a:ext>
                  </a:extLst>
                </a:gridCol>
                <a:gridCol w="1202184">
                  <a:extLst>
                    <a:ext uri="{9D8B030D-6E8A-4147-A177-3AD203B41FA5}">
                      <a16:colId xmlns:a16="http://schemas.microsoft.com/office/drawing/2014/main" val="320159965"/>
                    </a:ext>
                  </a:extLst>
                </a:gridCol>
                <a:gridCol w="1202184">
                  <a:extLst>
                    <a:ext uri="{9D8B030D-6E8A-4147-A177-3AD203B41FA5}">
                      <a16:colId xmlns:a16="http://schemas.microsoft.com/office/drawing/2014/main" val="4362934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前四半期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今期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245F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386468"/>
                  </a:ext>
                </a:extLst>
              </a:tr>
              <a:tr h="1836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100" b="0" i="0" u="none" strike="noStrike" dirty="0">
                        <a:solidFill>
                          <a:srgbClr val="0D1117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200" b="0" i="0" u="none" strike="noStrike" dirty="0">
                        <a:solidFill>
                          <a:schemeClr val="tx1"/>
                        </a:solidFill>
                        <a:effectLst/>
                        <a:latin typeface="Meiryo UI"/>
                        <a:ea typeface="Meiryo U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200" b="0" i="0" u="none" strike="noStrike" dirty="0">
                        <a:solidFill>
                          <a:schemeClr val="tx1"/>
                        </a:solidFill>
                        <a:effectLst/>
                        <a:latin typeface="Meiryo UI"/>
                        <a:ea typeface="Meiryo U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622749"/>
                  </a:ext>
                </a:extLst>
              </a:tr>
              <a:tr h="1836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100" b="0" i="0" u="none" strike="noStrike" dirty="0">
                        <a:solidFill>
                          <a:srgbClr val="0D1117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ja-JP" sz="1200" b="0" i="0" u="none" strike="noStrike" dirty="0">
                        <a:solidFill>
                          <a:schemeClr val="tx1"/>
                        </a:solidFill>
                        <a:effectLst/>
                        <a:latin typeface="Meiryo UI"/>
                        <a:ea typeface="Meiryo U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ja-JP" sz="1200" b="0" i="0" u="none" strike="noStrike" dirty="0">
                        <a:solidFill>
                          <a:schemeClr val="tx1"/>
                        </a:solidFill>
                        <a:effectLst/>
                        <a:latin typeface="Meiryo UI"/>
                        <a:ea typeface="Meiryo U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281721"/>
                  </a:ext>
                </a:extLst>
              </a:tr>
              <a:tr h="1836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ja-JP" sz="1100" b="0" i="0" u="none" strike="noStrike" dirty="0">
                        <a:solidFill>
                          <a:srgbClr val="0D1117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ja-JP" sz="1200" b="0" i="0" u="none" strike="noStrike" dirty="0">
                        <a:solidFill>
                          <a:schemeClr val="tx1"/>
                        </a:solidFill>
                        <a:effectLst/>
                        <a:latin typeface="Meiryo UI"/>
                        <a:ea typeface="Meiryo U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ja-JP" sz="1200" b="1" i="0" u="none" strike="noStrike" dirty="0">
                        <a:solidFill>
                          <a:srgbClr val="FF0000"/>
                        </a:solidFill>
                        <a:effectLst/>
                        <a:latin typeface="Meiryo UI"/>
                        <a:ea typeface="Meiryo U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536220"/>
                  </a:ext>
                </a:extLst>
              </a:tr>
              <a:tr h="183600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合計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ja-JP" sz="1200" b="1" i="0" u="none" strike="noStrike" dirty="0">
                        <a:solidFill>
                          <a:schemeClr val="tx1"/>
                        </a:solidFill>
                        <a:effectLst/>
                        <a:latin typeface="Meiryo UI"/>
                        <a:ea typeface="Meiryo U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ja-JP" sz="1200" b="1" i="0" u="none" strike="noStrike" dirty="0">
                        <a:solidFill>
                          <a:schemeClr val="tx1"/>
                        </a:solidFill>
                        <a:effectLst/>
                        <a:latin typeface="Meiryo UI"/>
                        <a:ea typeface="Meiryo U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557463"/>
                  </a:ext>
                </a:extLst>
              </a:tr>
            </a:tbl>
          </a:graphicData>
        </a:graphic>
      </p:graphicFrame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F472A19-73AF-E2B3-2B8B-BCDB6477F8D1}"/>
              </a:ext>
            </a:extLst>
          </p:cNvPr>
          <p:cNvSpPr txBox="1"/>
          <p:nvPr/>
        </p:nvSpPr>
        <p:spPr>
          <a:xfrm>
            <a:off x="456532" y="983284"/>
            <a:ext cx="1017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1" kern="0">
                <a:latin typeface="Meiryo UI"/>
                <a:ea typeface="Meiryo UI"/>
              </a:rPr>
              <a:t>＜</a:t>
            </a:r>
            <a:r>
              <a:rPr lang="en-US" altLang="ja-JP" sz="1400" b="1" kern="0">
                <a:latin typeface="Meiryo UI"/>
                <a:ea typeface="Meiryo UI"/>
              </a:rPr>
              <a:t>BS</a:t>
            </a:r>
            <a:r>
              <a:rPr lang="ja-JP" altLang="en-US" sz="1400" b="1" kern="0">
                <a:latin typeface="Meiryo UI"/>
                <a:ea typeface="Meiryo UI"/>
              </a:rPr>
              <a:t>＞　　　</a:t>
            </a:r>
            <a:endParaRPr lang="ja-JP" altLang="en-US" sz="1400" b="1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55C9FBA7-8DB7-2965-A664-891BD47C87F5}"/>
              </a:ext>
            </a:extLst>
          </p:cNvPr>
          <p:cNvSpPr/>
          <p:nvPr/>
        </p:nvSpPr>
        <p:spPr>
          <a:xfrm>
            <a:off x="7000308" y="2289974"/>
            <a:ext cx="1929548" cy="35489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MUSD</a:t>
            </a:r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00EC38B-2BB0-F31A-FE2F-1FC9E7A139FA}"/>
              </a:ext>
            </a:extLst>
          </p:cNvPr>
          <p:cNvSpPr/>
          <p:nvPr/>
        </p:nvSpPr>
        <p:spPr>
          <a:xfrm>
            <a:off x="114656" y="4791278"/>
            <a:ext cx="4601401" cy="15070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B2460F0-576E-2A18-2385-2B45B9B53EF5}"/>
              </a:ext>
            </a:extLst>
          </p:cNvPr>
          <p:cNvSpPr txBox="1"/>
          <p:nvPr/>
        </p:nvSpPr>
        <p:spPr>
          <a:xfrm>
            <a:off x="114656" y="4821509"/>
            <a:ext cx="4512277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※1</a:t>
            </a:r>
            <a:r>
              <a:rPr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　手元資金の金額について</a:t>
            </a:r>
            <a:endParaRPr lang="en-US" altLang="ja-JP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100" dirty="0">
                <a:latin typeface="Meiryo UI"/>
                <a:ea typeface="Meiryo UI"/>
              </a:rPr>
              <a:t>手元資金は</a:t>
            </a:r>
            <a:r>
              <a:rPr lang="en-US" altLang="ja-JP" sz="1100" dirty="0">
                <a:latin typeface="Meiryo UI"/>
                <a:ea typeface="Meiryo UI"/>
              </a:rPr>
              <a:t>WG</a:t>
            </a:r>
            <a:r>
              <a:rPr lang="ja-JP" altLang="en-US" sz="1100" dirty="0">
                <a:latin typeface="Meiryo UI"/>
                <a:ea typeface="Meiryo UI"/>
              </a:rPr>
              <a:t>として具体的には以下の支払いのために確保している。</a:t>
            </a:r>
          </a:p>
          <a:p>
            <a:r>
              <a:rPr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・原油・原材料の購入、・日常的なオペレーション、・定期修理</a:t>
            </a:r>
          </a:p>
          <a:p>
            <a:r>
              <a:rPr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・証拠金および担保（デリバティブ取引に伴う証拠金要件への対応）</a:t>
            </a:r>
            <a:endParaRPr lang="en-US" altLang="ja-JP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100" dirty="0">
                <a:latin typeface="Meiryo UI"/>
                <a:ea typeface="Meiryo UI"/>
              </a:rPr>
              <a:t>また、</a:t>
            </a:r>
            <a:r>
              <a:rPr lang="en-US" altLang="ja-JP" sz="1100" dirty="0">
                <a:latin typeface="Meiryo UI"/>
                <a:ea typeface="Meiryo UI"/>
              </a:rPr>
              <a:t>ABL</a:t>
            </a:r>
            <a:r>
              <a:rPr lang="ja-JP" altLang="en-US" sz="1100" dirty="0">
                <a:latin typeface="Meiryo UI"/>
                <a:ea typeface="Meiryo UI"/>
              </a:rPr>
              <a:t>の借入枠が約</a:t>
            </a:r>
            <a:r>
              <a:rPr lang="en-US" altLang="ja-JP" sz="1100" dirty="0">
                <a:latin typeface="Meiryo UI"/>
                <a:ea typeface="Meiryo UI"/>
              </a:rPr>
              <a:t>750M</a:t>
            </a:r>
            <a:r>
              <a:rPr lang="ja-JP" altLang="en-US" sz="1100" dirty="0">
                <a:latin typeface="Meiryo UI"/>
                <a:ea typeface="Meiryo UI"/>
              </a:rPr>
              <a:t>有しており、将来の資金ニーズの対応も可能。</a:t>
            </a:r>
            <a:br>
              <a:rPr lang="en-US" altLang="ja-JP" sz="1100" dirty="0">
                <a:latin typeface="Meiryo UI"/>
                <a:ea typeface="Meiryo UI"/>
              </a:rPr>
            </a:br>
            <a:br>
              <a:rPr lang="en-US" altLang="ja-JP" sz="1100" dirty="0">
                <a:latin typeface="Meiryo UI"/>
                <a:ea typeface="Meiryo UI"/>
              </a:rPr>
            </a:br>
            <a:r>
              <a:rPr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※2</a:t>
            </a:r>
            <a:r>
              <a:rPr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　株主資本は親会社株主に帰属する持分であり、非支配株主持分は含まれていない。</a:t>
            </a:r>
            <a:endParaRPr lang="ja-JP" altLang="en-US" sz="1100" dirty="0">
              <a:latin typeface="Meiryo UI"/>
              <a:ea typeface="Meiryo UI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7A28858-6039-C42A-3E70-A2EDEB51216D}"/>
              </a:ext>
            </a:extLst>
          </p:cNvPr>
          <p:cNvSpPr/>
          <p:nvPr/>
        </p:nvSpPr>
        <p:spPr>
          <a:xfrm>
            <a:off x="8922500" y="2311874"/>
            <a:ext cx="3035627" cy="40355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9593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NEOS‗J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BE02DD73035B44196851BB6D61E50B3" ma:contentTypeVersion="13" ma:contentTypeDescription="新しいドキュメントを作成します。" ma:contentTypeScope="" ma:versionID="3f6f801ec9f1559ed1e068de175018f7">
  <xsd:schema xmlns:xsd="http://www.w3.org/2001/XMLSchema" xmlns:xs="http://www.w3.org/2001/XMLSchema" xmlns:p="http://schemas.microsoft.com/office/2006/metadata/properties" xmlns:ns2="9e98f6d5-9822-498a-8fbb-927a443709d0" xmlns:ns3="67304d4a-4984-417c-9c48-52e85c80973b" targetNamespace="http://schemas.microsoft.com/office/2006/metadata/properties" ma:root="true" ma:fieldsID="c291c8fd699206128ba2a935de4f1da5" ns2:_="" ns3:_="">
    <xsd:import namespace="9e98f6d5-9822-498a-8fbb-927a443709d0"/>
    <xsd:import namespace="67304d4a-4984-417c-9c48-52e85c8097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98f6d5-9822-498a-8fbb-927a443709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画像タグ" ma:readOnly="false" ma:fieldId="{5cf76f15-5ced-4ddc-b409-7134ff3c332f}" ma:taxonomyMulti="true" ma:sspId="26cf7d4e-78a9-41ff-a4cd-577c4b3a93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304d4a-4984-417c-9c48-52e85c80973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f8a518a8-2f9a-4aaa-940b-429fb572e66c}" ma:internalName="TaxCatchAll" ma:showField="CatchAllData" ma:web="67304d4a-4984-417c-9c48-52e85c80973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98f6d5-9822-498a-8fbb-927a443709d0">
      <Terms xmlns="http://schemas.microsoft.com/office/infopath/2007/PartnerControls"/>
    </lcf76f155ced4ddcb4097134ff3c332f>
    <TaxCatchAll xmlns="67304d4a-4984-417c-9c48-52e85c80973b" xsi:nil="true"/>
  </documentManagement>
</p:properties>
</file>

<file path=customXml/itemProps1.xml><?xml version="1.0" encoding="utf-8"?>
<ds:datastoreItem xmlns:ds="http://schemas.openxmlformats.org/officeDocument/2006/customXml" ds:itemID="{AB5ECF2F-65DD-4A54-AD91-64D41E13F8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98f6d5-9822-498a-8fbb-927a443709d0"/>
    <ds:schemaRef ds:uri="67304d4a-4984-417c-9c48-52e85c8097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43385CE-0C5C-48B0-B2B5-A13D432B1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E569AA4-6778-46DA-8A40-B435C2C4DAD0}">
  <ds:schemaRefs>
    <ds:schemaRef ds:uri="67304d4a-4984-417c-9c48-52e85c80973b"/>
    <ds:schemaRef ds:uri="9e98f6d5-9822-498a-8fbb-927a443709d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318</Words>
  <Application>Microsoft Office PowerPoint</Application>
  <PresentationFormat>ワイド画面</PresentationFormat>
  <Paragraphs>83</Paragraphs>
  <Slides>2</Slides>
  <Notes>2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10" baseType="lpstr">
      <vt:lpstr>Meiryo UI</vt:lpstr>
      <vt:lpstr>メイリオ</vt:lpstr>
      <vt:lpstr>游ゴシック</vt:lpstr>
      <vt:lpstr>Arial</vt:lpstr>
      <vt:lpstr>Trebuchet MS</vt:lpstr>
      <vt:lpstr>Wingdings</vt:lpstr>
      <vt:lpstr>1_Office テーマ</vt:lpstr>
      <vt:lpstr>think-cell Slide</vt:lpstr>
      <vt:lpstr>1. Par Pacific 財務状況 ／ A年BQ損益計算書</vt:lpstr>
      <vt:lpstr>2. Par Pacific 財務状況 ／ A年BQ貸借対照表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HATO Masakazu/羽戸優和(バイオ燃料 バイオ燃料プロジェクト2)</dc:creator>
  <cp:lastModifiedBy>MAKANAE Yuki/蒔苗幸(SAF事業 SAFプロジェクト2)</cp:lastModifiedBy>
  <cp:revision>4</cp:revision>
  <cp:lastPrinted>2025-09-02T01:05:29Z</cp:lastPrinted>
  <dcterms:created xsi:type="dcterms:W3CDTF">2025-07-03T04:45:21Z</dcterms:created>
  <dcterms:modified xsi:type="dcterms:W3CDTF">2026-09-10T08:33:53Z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a81a912-1f5e-411b-aff8-d6d0f131d8f9_Enabled">
    <vt:lpwstr>true</vt:lpwstr>
  </property>
  <property fmtid="{D5CDD505-2E9C-101B-9397-08002B2CF9AE}" pid="3" name="MSIP_Label_6a81a912-1f5e-411b-aff8-d6d0f131d8f9_SetDate">
    <vt:lpwstr>2025-07-07T04:50:53Z</vt:lpwstr>
  </property>
  <property fmtid="{D5CDD505-2E9C-101B-9397-08002B2CF9AE}" pid="4" name="MSIP_Label_6a81a912-1f5e-411b-aff8-d6d0f131d8f9_Method">
    <vt:lpwstr>Privileged</vt:lpwstr>
  </property>
  <property fmtid="{D5CDD505-2E9C-101B-9397-08002B2CF9AE}" pid="5" name="MSIP_Label_6a81a912-1f5e-411b-aff8-d6d0f131d8f9_Name">
    <vt:lpwstr>【機密】（ヘッダーテキストなし）</vt:lpwstr>
  </property>
  <property fmtid="{D5CDD505-2E9C-101B-9397-08002B2CF9AE}" pid="6" name="MSIP_Label_6a81a912-1f5e-411b-aff8-d6d0f131d8f9_SiteId">
    <vt:lpwstr>083b56f6-afc0-41a4-8aa0-de8b7a92e923</vt:lpwstr>
  </property>
  <property fmtid="{D5CDD505-2E9C-101B-9397-08002B2CF9AE}" pid="7" name="MSIP_Label_6a81a912-1f5e-411b-aff8-d6d0f131d8f9_ActionId">
    <vt:lpwstr>ea173fa6-e03e-4d43-b4b9-1c7ad18376ba</vt:lpwstr>
  </property>
  <property fmtid="{D5CDD505-2E9C-101B-9397-08002B2CF9AE}" pid="8" name="MSIP_Label_6a81a912-1f5e-411b-aff8-d6d0f131d8f9_ContentBits">
    <vt:lpwstr>0</vt:lpwstr>
  </property>
  <property fmtid="{D5CDD505-2E9C-101B-9397-08002B2CF9AE}" pid="9" name="MSIP_Label_6a81a912-1f5e-411b-aff8-d6d0f131d8f9_Tag">
    <vt:lpwstr>10, 0, 1, 1</vt:lpwstr>
  </property>
  <property fmtid="{D5CDD505-2E9C-101B-9397-08002B2CF9AE}" pid="10" name="ContentTypeId">
    <vt:lpwstr>0x0101001BE02DD73035B44196851BB6D61E50B3</vt:lpwstr>
  </property>
  <property fmtid="{D5CDD505-2E9C-101B-9397-08002B2CF9AE}" pid="11" name="MediaServiceImageTags">
    <vt:lpwstr/>
  </property>
  <property fmtid="{D5CDD505-2E9C-101B-9397-08002B2CF9AE}" pid="12" name="xd_ProgID">
    <vt:lpwstr/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  <property fmtid="{D5CDD505-2E9C-101B-9397-08002B2CF9AE}" pid="17" name="xd_Signature">
    <vt:bool>false</vt:bool>
  </property>
</Properties>
</file>